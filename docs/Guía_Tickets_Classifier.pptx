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59" r:id="rId5"/>
    <p:sldId id="270" r:id="rId6"/>
    <p:sldId id="262" r:id="rId7"/>
    <p:sldId id="271" r:id="rId8"/>
    <p:sldId id="263" r:id="rId9"/>
    <p:sldId id="264" r:id="rId10"/>
    <p:sldId id="272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3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D0904A-F33E-4CC7-897B-32FEBB279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905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D5499D-1098-47FD-AD99-4086F52BA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905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B5B572A-A1DA-493D-8F3B-752E2081E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695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BCC8AF3-9E21-4BEB-A542-398C49E16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941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AA0594-714B-400E-8066-D76340FAC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905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4213DA6-980D-4ADF-8BB6-F2CE52775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0F6B40-CD31-4443-955F-DB1B55AAF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905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992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0</Words>
  <Application>Microsoft Office PowerPoint</Application>
  <PresentationFormat>Personalizado</PresentationFormat>
  <Paragraphs>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ViVi Guerrero</cp:lastModifiedBy>
  <cp:revision>9</cp:revision>
  <dcterms:created xsi:type="dcterms:W3CDTF">2006-08-16T00:00:00Z</dcterms:created>
  <dcterms:modified xsi:type="dcterms:W3CDTF">2026-06-18T03:09:45Z</dcterms:modified>
</cp:coreProperties>
</file>